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7B86"/>
                </a:solidFill>
              </a:rPr>
              <a:t>2026 · Personal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1D4DC"/>
                </a:solidFill>
              </a:rPr>
              <a:t>KIWI ×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42A5F5"/>
                </a:solidFill>
              </a:rPr>
              <a:t>三合一市場預警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429000"/>
            <a:ext cx="4114800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749039"/>
            <a:ext cx="1554480" cy="64008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C948"/>
                </a:solidFill>
              </a:rPr>
              <a:t>AVI V5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估值環境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3749039"/>
            <a:ext cx="1554480" cy="64008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794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A69A"/>
                </a:solidFill>
              </a:rPr>
              <a:t>CPI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崩盤概率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749039"/>
            <a:ext cx="1554480" cy="64008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794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800"/>
                </a:solidFill>
              </a:rPr>
              <a:t>TSI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科技壓力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87B86"/>
                </a:solidFill>
              </a:rPr>
              <a:t>從原始碼到 GitHub Pages — 一個 Claude Session 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</a:rPr>
              <a:t>🌐  gutinganthony.github.io/KIWI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1D4DC"/>
                </a:solidFill>
              </a:rPr>
              <a:t>我們在解決什麼問題？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87B86"/>
                </a:solidFill>
              </a:rPr>
              <a:t>市場風險很難用一個數字看懂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114800" cy="4572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474720" cy="4389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" cy="43891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5350"/>
                </a:solidFill>
              </a:rPr>
              <a:t>❌  以前的做法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  ·  估值指標（CAPE）每月手算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  ·  VIX / 殖利率各看各的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  ·  崩盤信號只能事後知道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  ·  科技股壓力無法量化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  ·  三個工具散在不同地方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  ·  手機完全沒辦法看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737360"/>
            <a:ext cx="6949440" cy="4389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1737360"/>
            <a:ext cx="73152" cy="43891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6A69A"/>
                </a:solidFill>
              </a:rPr>
              <a:t>✅  現在的做法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C948"/>
                </a:solidFill>
              </a:rPr>
              <a:t>AVI V5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月度估值環境評分（0-10）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834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A69A"/>
                </a:solidFill>
              </a:rPr>
              <a:t>CPI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日頻崩盤概率（0-100）23-42天預警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337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</a:rPr>
              <a:t>TSI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日頻科技股壓力（0-100）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8404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</a:rPr>
              <a:t>一頁搞定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三系統整合、綜合信號、行動建議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343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1D4DC"/>
                </a:solidFill>
              </a:rPr>
              <a:t>手機可用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GitHub Pages，隨時查看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846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B86"/>
                </a:solidFill>
              </a:rPr>
              <a:t>雙語介面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EN / 中文一鍵切換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1D4DC"/>
                </a:solidFill>
              </a:rPr>
              <a:t>三個指數各自做什麼？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87B86"/>
                </a:solidFill>
              </a:rPr>
              <a:t>互相補充，不互相取代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657600" cy="457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3749039" cy="502920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73152" cy="502920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C948"/>
                </a:solidFill>
              </a:rPr>
              <a:t>AVI V5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估值環境指數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B86"/>
                </a:solidFill>
              </a:rPr>
              <a:t>Adjusted Valuation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C948"/>
                </a:solidFill>
              </a:rPr>
              <a:t>月度更新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0 – 10 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3063240"/>
            <a:ext cx="3419855" cy="27432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1D4DC"/>
                </a:solidFill>
              </a:rPr>
              <a:t>「市場現在有多貴？」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6118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14 個指標 × 6 個維度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99592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20 年滾動百分位標準化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37997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估值 / 信用 / 宏觀 / 利率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764024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動量 / 獲利能力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514807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5/5 歷史危機偵測成功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55321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當前：4.5/10 🟡 偏高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5971032"/>
            <a:ext cx="3419855" cy="54864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C948"/>
                </a:solidFill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6035040"/>
            <a:ext cx="2285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5次危機偵測率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5112" y="1600200"/>
            <a:ext cx="3749039" cy="502920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5112" y="1600200"/>
            <a:ext cx="73152" cy="50292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1709928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A69A"/>
                </a:solidFill>
              </a:rPr>
              <a:t>CPI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213055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崩盤概率指數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242316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B86"/>
                </a:solidFill>
              </a:rPr>
              <a:t>Crash Probability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6A69A"/>
                </a:solidFill>
              </a:rPr>
              <a:t>日頻更新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1032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0 – 100 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9704" y="3063240"/>
            <a:ext cx="3419855" cy="27432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15468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1D4DC"/>
                </a:solidFill>
              </a:rPr>
              <a:t>「接下來一個月會崩嗎？」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36118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12 個日頻指標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9704" y="399592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VIX 結構 / 信用加速 / 廣度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9704" y="437997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RSI 背離 / 動量崩潰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764024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殖利率急升 / 盤中賣壓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9704" y="514807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Flash Alert（4+ 指標同觸）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9704" y="55321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當前：23/100 🟢 正常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9704" y="5971032"/>
            <a:ext cx="3419855" cy="54864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53712" y="59893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A69A"/>
                </a:solidFill>
              </a:rPr>
              <a:t>28天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96712" y="6035040"/>
            <a:ext cx="2285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平均預警提前期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1600200"/>
            <a:ext cx="3749039" cy="502920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38744" y="1600200"/>
            <a:ext cx="73152" cy="5029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1624" y="1709928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800"/>
                </a:solidFill>
              </a:rPr>
              <a:t>TSI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21624" y="213055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科技壓力指數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42316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B86"/>
                </a:solidFill>
              </a:rPr>
              <a:t>Tech Stress Index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800"/>
                </a:solidFill>
              </a:rPr>
              <a:t>日頻更新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84664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0 – 100 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03336" y="3063240"/>
            <a:ext cx="3419855" cy="27432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21624" y="315468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1D4DC"/>
                </a:solidFill>
              </a:rPr>
              <a:t>「科技股現在承受多大壓力？」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03336" y="36118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9 個市場代理指標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03336" y="399592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SOX/QQQ 背離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03336" y="437997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殖利率衝擊（10Y / 30Y）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03336" y="4764024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熊市陡化 / 記憶體動能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03336" y="514807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VIX-科技相關性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03336" y="55321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  ·  當前：45/100 🟡 謹慎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03336" y="5971032"/>
            <a:ext cx="3419855" cy="54864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67344" y="59893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800"/>
                </a:solidFill>
              </a:rPr>
              <a:t>7/7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10344" y="6035040"/>
            <a:ext cx="2285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壓力事件偵測率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1D4DC"/>
                </a:solidFill>
              </a:rPr>
              <a:t>Dashboard 做了什麼？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87B86"/>
                </a:solidFill>
              </a:rPr>
              <a:t>github.io/KIWI — 手機可用，純靜態，零後端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4114800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2103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73152" cy="21031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D4DC"/>
                </a:solidFill>
              </a:rPr>
              <a:t>📊  三合一 Gauge 環形圖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CPI · TSI · AVI V5 各自帶動畫的環形儀表盤，一眼看出三個系統狀態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657600" cy="2103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2103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D4DC"/>
                </a:solidFill>
              </a:rPr>
              <a:t>⚡  Alert Banner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TSI / CPI 達到警戒等級時，頂部自動出現彩色警告橫幅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657600" cy="2103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73152" cy="21031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D4DC"/>
                </a:solidFill>
              </a:rPr>
              <a:t>🔢  指標拆解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CPI 12 個 + TSI 9 個指標各自顯示進度條與 NORMAL / ELEVATED / HIGH 狀態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40"/>
            <a:ext cx="3657600" cy="2103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77640"/>
            <a:ext cx="73152" cy="210312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D4DC"/>
                </a:solidFill>
              </a:rPr>
              <a:t>🗓  H2 事件日曆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NVIDIA 財報 / FOMC / 季節性弱勢月 — 關鍵日期一覽，搭配監控建議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977640"/>
            <a:ext cx="3657600" cy="2103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977640"/>
            <a:ext cx="73152" cy="2103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D4DC"/>
                </a:solidFill>
              </a:rPr>
              <a:t>📋  行動手冊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617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DO / DON'T / TRIGGER 三欄：根據目前三系統狀態直接告訴你該做什麼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77640"/>
            <a:ext cx="3657600" cy="2103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977640"/>
            <a:ext cx="73152" cy="2103120"/>
          </a:xfrm>
          <a:prstGeom prst="rect">
            <a:avLst/>
          </a:prstGeom>
          <a:solidFill>
            <a:srgbClr val="787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D4DC"/>
                </a:solidFill>
              </a:rPr>
              <a:t>🌐  EN / 中文切換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617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全頁雙語，localStorage 記憶設定，下次開啟自動套用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373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</a:rPr>
              <a:t>🌐   gutinganthony.github.io/KIWI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1D4DC"/>
                </a:solidFill>
              </a:rPr>
              <a:t>Claude 帶來了什麼？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87B86"/>
                </a:solidFill>
              </a:rPr>
              <a:t>一個 Session，從零到部署 — AI 協作開發的實際樣子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01368"/>
            <a:ext cx="164592" cy="16459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36576" cy="54864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</a:rPr>
              <a:t>閱讀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讀取 6 份跨 branch 的開發備忘，還原完整上下文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51176"/>
            <a:ext cx="164592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15768"/>
            <a:ext cx="36576" cy="54864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A69A"/>
                </a:solidFill>
              </a:rPr>
              <a:t>理解三個系統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從原始碼理解 CPI / TSI / AVI 的演算法與指標定義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00984"/>
            <a:ext cx="16459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465576"/>
            <a:ext cx="36576" cy="54864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912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</a:rPr>
              <a:t>設計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38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規劃 mobile-first 版面：3 Gauge + 拆解 + 日曆 + 手冊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50792"/>
            <a:ext cx="164592" cy="164592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15384"/>
            <a:ext cx="36576" cy="54864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410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C948"/>
                </a:solidFill>
              </a:rPr>
              <a:t>撰寫完整 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885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700+ 行單一 HTML 檔案，深色主題、SVG 動畫、i18n 系統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0600"/>
            <a:ext cx="164592" cy="16459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965192"/>
            <a:ext cx="36576" cy="54864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908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4DFF"/>
                </a:solidFill>
              </a:rPr>
              <a:t>設定 CI/CD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383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GitHub Actions workflow，push 到 main 自動部署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50408"/>
            <a:ext cx="164592" cy="164592"/>
          </a:xfrm>
          <a:prstGeom prst="rect">
            <a:avLst/>
          </a:prstGeom>
          <a:solidFill>
            <a:srgbClr val="D1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40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1D4DC"/>
                </a:solidFill>
              </a:rPr>
              <a:t>開 PR + 上線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88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B86"/>
                </a:solidFill>
              </a:rPr>
              <a:t>commit → push → 開 PR → GitHub Pages 部署完成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600200"/>
            <a:ext cx="5212080" cy="493776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7B86"/>
                </a:solidFill>
              </a:rPr>
              <a:t>成果數字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2176272"/>
            <a:ext cx="4846320" cy="36576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2331720"/>
            <a:ext cx="4846320" cy="59436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4048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1D4DC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4780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個 Session 完成全部工作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990088"/>
            <a:ext cx="4846320" cy="59436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063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2A5F5"/>
                </a:solidFill>
              </a:rPr>
              <a:t>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31363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個檔案 committed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648456"/>
            <a:ext cx="4846320" cy="59436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7216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A69A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個系統整合到一頁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4306824"/>
            <a:ext cx="4846320" cy="59436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43799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C948"/>
                </a:solidFill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44531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危機偵測率（CPI 4/4, TSI 7/7, AVI 5/5）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4965192"/>
            <a:ext cx="4846320" cy="594360"/>
          </a:xfrm>
          <a:prstGeom prst="rect">
            <a:avLst/>
          </a:prstGeom>
          <a:solidFill>
            <a:srgbClr val="2A2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50383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800"/>
                </a:solidFill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51114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行後端程式碼（純靜態）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5623560"/>
            <a:ext cx="4846320" cy="59436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56967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4DFF"/>
                </a:solidFill>
              </a:rPr>
              <a:t>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576986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B86"/>
                </a:solidFill>
              </a:rPr>
              <a:t>手機上的可及性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2910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B86"/>
                </a:solidFill>
              </a:rPr>
              <a:t>「AVI / CPI / TSI 全部讀完後，Claude 設計架構、寫程式、開 PR、上線 — 我只需要說要做什麼。」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